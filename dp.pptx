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BA90-C4D3-46A7-5C60-21F7C8055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0EE3F-948E-C2DF-ED1F-397F1474F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DCAC0-2C63-2CCF-BBED-46F9AA2D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133C9-04B4-E7A8-5A8C-0D0B6810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1DE10-7104-985F-170D-8950A9AB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65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5FAA6-AEE5-CC6D-1D88-8B4984D7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4623D-D7AF-1253-4793-4D49AA354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0575C-828B-F3F0-9CF8-6EC83AC11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17C67-DF03-E79B-772A-A6335F438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D5705-9E78-25F2-BA33-8BE9B12E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033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49FA-14B7-6FAD-07EB-7F76CDF83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B7003-B78B-BAE8-CED8-8C212457E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1FA97-1E3D-0E51-B189-19883E7C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A1EE0-BACE-5BA6-A87B-8B40F911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7C7DE-E259-06F9-A77F-DDAD5542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61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5114-84BF-A024-E760-C6EC16329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8010B-9CB3-6B02-9C4E-68213D101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67F5D-05BD-989D-B12B-684E8E003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BAA6B-E515-2822-4574-44D9C2BA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6C314-758B-A180-236A-4836C34F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05F8C-3E13-ECEB-3AE0-1B67B3FE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23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5FFB-BD5A-C117-2041-C396BC2DC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8EC11-8BE2-B5B5-92D9-9B0244FF9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2CA65-D8E4-FF7B-0873-53100ADD1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3D47A3-E96B-585A-7CC8-8292A3A6E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92B7E4-9E52-A586-3DC0-199D36772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06E95-7CBE-CD50-25DD-F10ADD28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BA8C48-8CEA-4223-DA45-289F88672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6AA373-A610-AE5E-6506-94D30B2D7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82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7F08-B5B6-EDCD-D8AB-884892DC1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3E389-AA60-A893-60D1-64BD82B9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FF6E6-4B47-B052-5429-AF370CA6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BCA6B-7D22-939A-A71F-3A503A0D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27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BF75B-0A22-2456-EC08-02F74100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07715-C43D-1318-E495-8FA4B132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AA85F-3D39-19FB-15B7-26698F65B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333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58215-E357-E91F-3F2E-C59491D80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500A1-76A1-8B4F-FDCE-981DD32B6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4D380-2D04-B116-CBE4-28DAF1A3D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43F77-D4F1-47E8-8D2B-F49CB748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F109C-5D78-F70B-79B8-5135232B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CA57D-EF5E-E001-D33C-2F10C931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496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4DF8-2A42-4947-26DE-EFB4A3633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AC4803-2AAC-CC6B-A778-9C2D6C23F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E14BC-9A3F-583F-7020-24984099C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753B5-447A-D395-1D79-6FE543A7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D5F5E-3E19-423E-B8D8-E7768EB1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B732C-BFF4-B00E-3E8F-C5F3BBC82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05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347FA-0ECE-918C-70E8-17D7634F0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FA731-19A4-FA27-A18B-673314AF5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C38D1-F6F5-3890-EBBB-BC625362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F3AAB-5A4F-6485-97B3-DB624DD0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46EB-CD17-CF1C-CADE-8231299E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224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CB6C55-3C64-F39A-5AA0-DABA0D3F0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C39D0-B75A-6387-26A6-B1E818FEB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8A91B-FAE0-3A65-70F3-83B6EB01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DB7DF-4F7E-DA38-092B-3E11E9135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AE7A1-BDBC-020B-4245-5CF0B4F63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875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F063E-8B9A-B6A1-6E06-06318E2C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2F3D7-B929-3AFF-5C91-E32B1C289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F72E2-5C4A-87B5-6B77-90F97E3ECF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7C60D-E972-46E9-9BE0-67EC1E6E4F8D}" type="datetimeFigureOut">
              <a:rPr lang="en-IN" smtClean="0"/>
              <a:t>18-05-2022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3727E-E713-A81E-A224-8CF990283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12353-A85D-E4D8-6E5C-B661860E4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87986-F27F-4338-8100-E983CC6D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98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FDD5-055B-C944-A53B-ECF78910C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This is my 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6CC49-E832-8413-E1C8-AF846E0D0E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Cahnded</a:t>
            </a:r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754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This is my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my </dc:title>
  <dc:creator>Anshu Raj</dc:creator>
  <cp:lastModifiedBy>Anshu Raj</cp:lastModifiedBy>
  <cp:revision>2</cp:revision>
  <dcterms:created xsi:type="dcterms:W3CDTF">2022-05-18T16:53:10Z</dcterms:created>
  <dcterms:modified xsi:type="dcterms:W3CDTF">2022-05-18T16:57:29Z</dcterms:modified>
</cp:coreProperties>
</file>